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40"/>
  </p:normalViewPr>
  <p:slideViewPr>
    <p:cSldViewPr snapToGrid="0">
      <p:cViewPr varScale="1">
        <p:scale>
          <a:sx n="95" d="100"/>
          <a:sy n="95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FE27-8A0B-E4DF-277E-5ED8AEC40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88217-B455-6A7D-79CC-193D71EEE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D23A-368E-0F59-3F13-F211CAA7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C83F6-4363-D138-6E99-03EF4EE5E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38005-6527-ECA2-FA9F-E987301F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6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EBBC-DC88-C721-C9B5-C436A1C5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A766B-91E3-2B45-A603-A46F8A184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C3298-D281-6677-C67A-123B74E34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2092-365A-5F0D-EE97-0B94E98E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06975-5EE2-EB10-F3E5-9B46772E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8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A0AC-F4EC-9D81-3F39-144CCB89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3456D-E8FA-D286-1DCF-F2D688C3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19F6C-B8DA-F951-2A66-53B90358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F823-0D09-A3F9-54B3-C9E8C89F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34005-D590-8489-2C23-4554FFE4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10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975A-BB7C-37C0-9B2F-62D8B1E6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D7EAB-1E0A-33BC-FF29-F7AD6311E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2722C-B85F-9731-C558-26C411210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9E84-C0BF-5E1D-8BDD-4AE1B741D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03592-9C25-DF0B-6553-31519DE8E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4CC9A-08A8-757E-0CE0-E704D180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69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F73F-B7B2-9B5F-9EBA-94D86DD42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5F76D-7B20-B9F9-7B16-4043C1459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7A40-C09C-F8CB-D51D-9849DD138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AB591-2ACC-8942-46EB-346BB3700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AF052-A181-21DB-E38A-94BCC7CF3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E9994-E4F7-B0BB-DB26-14C41D32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70DBC-E4EF-F675-6C80-7336F96E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7F984-CC51-C0C3-AAFA-0BC42B3A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6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969C-0A86-21C1-F624-7ABC00D5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D6478-FDD6-9955-197F-1F7FF690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B303D-B002-7476-C03B-71FBF84E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5F23B-F4E1-7C08-FC53-3BB46D46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5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C915F-A2D7-FC76-BF4E-0436BB77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2842A-5C0D-F548-E749-4718E23F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90CDD-0650-1B88-E937-45178A09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63E6-79E0-3C9B-3693-705B1080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97DC-12A3-DB14-97CD-AF91DE6AE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F3828-C90D-5E70-8845-E508159B9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251F9-24C4-10FF-BDC1-D5B406CF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C94C-C859-42F3-88FE-037B0E03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9B414-53F1-A505-E136-878E6EA1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08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10DC-BFFC-287B-FDC8-86682DDF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A325C9-F26C-6D57-97EB-3C3854BCFE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CEE88-9907-1918-2816-F38CDB275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328A0-2E55-A76B-D06E-DE58822F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9ACF4-BD02-B502-4569-B4B74B7F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73D58-562F-8F63-B91A-2EB32CBF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6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1988-A9C8-CD47-A1E0-C625017CA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64E49-BA0C-3056-8A26-46DDE3AC1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9D0BB-1D35-E686-46E5-D23A6AFB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E103-122F-6B82-5C59-1D5FC0C9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D806B-6DC5-804D-F7E3-E736954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9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BCF66-A342-7DEE-85A6-DF6C899C9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79962-B55A-A4D3-E998-00D2BEFBA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760E3-C525-6F96-C104-3EE3B67E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CD25-7010-72C6-4E9D-9E8F9322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47AF8-6B37-BE0B-4863-77F485D4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7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6B3FF2-BFD8-DE7D-D314-7967517D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6F0FD-EC9C-FF5B-C7BE-A1308B5EE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4917C-67C9-9CE8-FF69-2C359A63B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258EA-7F92-0040-875E-F56C73468F37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BDC29-0DA9-61E5-E149-5BB01A0B7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963E-2851-909F-5DBF-008C923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C0A20-1BDE-C945-A3D1-E4DEFCC9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2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5834-4682-BD0A-70C9-BDEAFE87B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 segment with adders</a:t>
            </a:r>
          </a:p>
        </p:txBody>
      </p:sp>
    </p:spTree>
    <p:extLst>
      <p:ext uri="{BB962C8B-B14F-4D97-AF65-F5344CB8AC3E}">
        <p14:creationId xmlns:p14="http://schemas.microsoft.com/office/powerpoint/2010/main" val="204423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2A82-3858-3F15-0AFC-88E9A34E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segment 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122D3-B867-71D3-8303-E83C84FE0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190" y="6256972"/>
            <a:ext cx="3516630" cy="47180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Creating Truth Table – does 0-9 then repeats 0-5 past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FBF97-C35D-3446-BBF4-5DEB42A8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44" y="1234222"/>
            <a:ext cx="4886960" cy="4955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2DC530-4D31-6582-E081-C332DA75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930" y="178901"/>
            <a:ext cx="2709807" cy="607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9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3CE8-B664-0A72-998B-904671B6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Carry out truth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295655-3E3E-D37A-45AE-74400DABD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584870"/>
            <a:ext cx="6654800" cy="259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C459BD-0A69-41FE-B861-4D8607318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368" y="773104"/>
            <a:ext cx="5037044" cy="531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7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800-2859-C9E8-4B0B-764ED381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comparator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149329-D9EA-56B6-E535-B66E13D04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405" y="1690688"/>
            <a:ext cx="3958508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E9D38-D952-E82D-EBBE-DC7989CDA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657" y="1351154"/>
            <a:ext cx="7772400" cy="469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9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0147-F84B-4F4A-2F84-6E501DB8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 in Bin2Hex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10947-E697-A421-0388-ADB8C595C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59859"/>
            <a:ext cx="7772400" cy="465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2CB7-04F0-C037-8691-B8A75843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Circuit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1A4730-F3B8-2A04-836D-D77C0AE34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3992" y="1825625"/>
            <a:ext cx="58840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81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32</Words>
  <Application>Microsoft Macintosh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7 segment with adders</vt:lpstr>
      <vt:lpstr>7 segment decoder</vt:lpstr>
      <vt:lpstr>Carry out truth table</vt:lpstr>
      <vt:lpstr>My comparator</vt:lpstr>
      <vt:lpstr>Putting it all together in Bin2Hex</vt:lpstr>
      <vt:lpstr>Working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Knight</dc:creator>
  <cp:lastModifiedBy>Harrison Knight</cp:lastModifiedBy>
  <cp:revision>1</cp:revision>
  <dcterms:created xsi:type="dcterms:W3CDTF">2026-09-29T18:51:12Z</dcterms:created>
  <dcterms:modified xsi:type="dcterms:W3CDTF">2026-09-29T19:35:34Z</dcterms:modified>
</cp:coreProperties>
</file>