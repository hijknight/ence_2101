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0"/>
  </p:normalViewPr>
  <p:slideViewPr>
    <p:cSldViewPr snapToGrid="0">
      <p:cViewPr varScale="1">
        <p:scale>
          <a:sx n="95" d="100"/>
          <a:sy n="95" d="100"/>
        </p:scale>
        <p:origin x="200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8874C-448F-D4B4-583C-B9331BE47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1A66A-0BAD-0DAB-21F0-F448D6E58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FB5FE-C164-CBB8-3CC1-CE490D172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3374-AC98-2942-B9F6-B2456382F97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EB71E-B64C-B98D-D579-2560C61D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13126-C011-A27A-5CD6-A7CAD5526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E7F2-22BF-064D-8EC3-FE2B0AF87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12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0D557-8D6D-7B4F-6AB0-3C474986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D36C3-3621-4D41-BD11-409636B9E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D3693-368D-CCC1-9C09-396F04E6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3374-AC98-2942-B9F6-B2456382F97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C152B-DD4C-B30A-2C98-32189899B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63EB1-72BA-5EA9-48FC-A0C889156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E7F2-22BF-064D-8EC3-FE2B0AF87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9E4B4-BCD4-C482-ED15-DA2641A8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C4CC7-2C94-F9FE-76A8-BF27FEA93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EE66D-0CC3-321C-A725-D6B6A554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3374-AC98-2942-B9F6-B2456382F97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14CC4-8DAC-0542-0B32-6A935ED8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8DE11-F006-78FF-4713-B2EB9AE3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E7F2-22BF-064D-8EC3-FE2B0AF87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765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B5D4A-1ACA-5AD9-B0F8-32A856F51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D1283-E02A-82BF-F7E2-EF620EFB2D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70121-A2CA-4695-94D7-F019E9ED5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B0526-EA10-2D6E-C311-C781C538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3374-AC98-2942-B9F6-B2456382F97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3EDD2-6CD6-3A9E-C801-D1E21BB1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4B4B6-53AB-54E6-D4E2-B5428C02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E7F2-22BF-064D-8EC3-FE2B0AF87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16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31B7-5864-227E-E0D3-BFE607048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9EBAB-92B0-4644-46CD-A14FDA287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63425-3D78-4BAC-7566-B3F1C08EB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E1B4E8-DBB5-4997-0172-54D520615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3E79F-7098-01F8-9639-CC48C88D3C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CAAD21-FF91-9E5F-BEDC-FD6CFC25E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3374-AC98-2942-B9F6-B2456382F97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C1B27-F6E3-6243-3D6B-55DEA4184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4970C-ED11-4B9A-9FEA-97B90EAF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E7F2-22BF-064D-8EC3-FE2B0AF87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37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8014-F7B2-72C1-22B2-1884E13E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1A52F-7FC2-1491-3971-5AB4FD7CD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3374-AC98-2942-B9F6-B2456382F97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C05B69-41E9-A5B6-FD1C-E9CDBB9DC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DD585-31D5-9902-9B9A-7D589019D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E7F2-22BF-064D-8EC3-FE2B0AF87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21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47973-76A0-B3D6-BB08-3C170A57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3374-AC98-2942-B9F6-B2456382F97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83BA2B-E286-6790-DFD6-58500B863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64E73-0E04-66DD-271F-FB41A79D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E7F2-22BF-064D-8EC3-FE2B0AF87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8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5160-154F-0EB8-EDAC-B5B3910D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40640-4943-5EB3-81F1-EE8500361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35C20-337C-78AD-4B89-A4B5C7207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DF97F-ED4A-D7C4-9042-40ADFAC1E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3374-AC98-2942-B9F6-B2456382F97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610E7-385A-37DA-3F21-5C08A0B33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DF123-B6A9-E2E7-4A57-AEDB31788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E7F2-22BF-064D-8EC3-FE2B0AF87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91B1B-F36B-A087-8515-6C20195D9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45B18-4009-B45D-9A26-438DE4B24B0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E9F68-21EB-C3F5-58BE-04B87A5CA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D2E91-007D-CB7C-29AE-2863EB724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3374-AC98-2942-B9F6-B2456382F97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ED837-F7A8-8A37-9C32-F73CF819C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677CD-DE89-798E-F53D-DA63F996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E7F2-22BF-064D-8EC3-FE2B0AF87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77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3E687-69F0-74AB-CAC3-47012BAF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A0D3F-86BC-5297-905C-6880CCC66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B8597-B914-562A-2D12-26F5711DC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3374-AC98-2942-B9F6-B2456382F97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91587-C431-4ABE-38C0-1962E4B14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2B46A-FD60-7862-BCB7-5C6AD9B6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E7F2-22BF-064D-8EC3-FE2B0AF87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9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D35DB8-A7A7-E4B6-6622-9892C9ED9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320AE-2D8C-9481-316D-B275B4B6B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6488A-81CA-0D01-F1A3-A7859E21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3374-AC98-2942-B9F6-B2456382F97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06D2D-F11E-1D23-FE5F-05BD125C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12D21-1DC3-E89F-CF6F-DD86C91E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E7F2-22BF-064D-8EC3-FE2B0AF87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1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C99E5-E6E5-F906-02FA-268B5A9C7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40C1D-AD9A-1902-D1C9-2562AF664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52007-E1BB-89FD-1602-6992AD8FC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C3374-AC98-2942-B9F6-B2456382F97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4ED9E-4354-89FB-3145-2EDED6BBB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7EA86-F6C3-11A8-34BF-D77D1394F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8DE7F2-22BF-064D-8EC3-FE2B0AF87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9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7A17-8714-9035-6EA1-8B6F8018FA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A81069-2E5C-0B1C-6BB4-ABEEF78B6B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Harrison Knight</a:t>
            </a:r>
          </a:p>
        </p:txBody>
      </p:sp>
    </p:spTree>
    <p:extLst>
      <p:ext uri="{BB962C8B-B14F-4D97-AF65-F5344CB8AC3E}">
        <p14:creationId xmlns:p14="http://schemas.microsoft.com/office/powerpoint/2010/main" val="2161648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4E73-2471-E1D8-F563-B70B6625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 for Full Adder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9E3761-AAB5-FCEF-A786-2A672C6C5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3750" y="2242344"/>
            <a:ext cx="2984500" cy="351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27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05CCD-6775-D500-EFEF-00CAAFA4F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75D683-8471-FAFE-FD45-B182B1A43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7204" y="1825625"/>
            <a:ext cx="461759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12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5264-56D0-5C52-5404-0B5C7DA3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DB8631-0350-92EC-2549-3615A4A64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4886" y="1825625"/>
            <a:ext cx="3342228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EA1460-4F83-E11F-C833-8D683BB8E1B8}"/>
              </a:ext>
            </a:extLst>
          </p:cNvPr>
          <p:cNvSpPr txBox="1"/>
          <p:nvPr/>
        </p:nvSpPr>
        <p:spPr>
          <a:xfrm>
            <a:off x="5921814" y="6176963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ACA177-B7DB-77C5-629E-AD1CFE6E3CDC}"/>
              </a:ext>
            </a:extLst>
          </p:cNvPr>
          <p:cNvSpPr txBox="1"/>
          <p:nvPr/>
        </p:nvSpPr>
        <p:spPr>
          <a:xfrm>
            <a:off x="6190755" y="6184620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83B8F-4FC9-D288-D3B5-E95FCEACC497}"/>
              </a:ext>
            </a:extLst>
          </p:cNvPr>
          <p:cNvSpPr txBox="1"/>
          <p:nvPr/>
        </p:nvSpPr>
        <p:spPr>
          <a:xfrm>
            <a:off x="6459696" y="6184620"/>
            <a:ext cx="334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EEC62-2394-0005-B842-478A004C9DB0}"/>
              </a:ext>
            </a:extLst>
          </p:cNvPr>
          <p:cNvSpPr txBox="1"/>
          <p:nvPr/>
        </p:nvSpPr>
        <p:spPr>
          <a:xfrm>
            <a:off x="4853391" y="6188359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ACE5E8-4FB9-77DB-2428-21C6A85B2310}"/>
              </a:ext>
            </a:extLst>
          </p:cNvPr>
          <p:cNvSpPr txBox="1"/>
          <p:nvPr/>
        </p:nvSpPr>
        <p:spPr>
          <a:xfrm>
            <a:off x="5220200" y="6369286"/>
            <a:ext cx="974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C_out</a:t>
            </a:r>
          </a:p>
        </p:txBody>
      </p:sp>
    </p:spTree>
    <p:extLst>
      <p:ext uri="{BB962C8B-B14F-4D97-AF65-F5344CB8AC3E}">
        <p14:creationId xmlns:p14="http://schemas.microsoft.com/office/powerpoint/2010/main" val="94654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18</Words>
  <Application>Microsoft Macintosh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Lab 5</vt:lpstr>
      <vt:lpstr>Truth Table for Full Adder </vt:lpstr>
      <vt:lpstr>Circuit</vt:lpstr>
      <vt:lpstr>Mapping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Knight</dc:creator>
  <cp:lastModifiedBy>Harrison Knight</cp:lastModifiedBy>
  <cp:revision>1</cp:revision>
  <dcterms:created xsi:type="dcterms:W3CDTF">2026-10-06T18:37:30Z</dcterms:created>
  <dcterms:modified xsi:type="dcterms:W3CDTF">2026-10-06T19:26:32Z</dcterms:modified>
</cp:coreProperties>
</file>