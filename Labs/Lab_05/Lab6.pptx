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40"/>
  </p:normalViewPr>
  <p:slideViewPr>
    <p:cSldViewPr snapToGrid="0">
      <p:cViewPr varScale="1">
        <p:scale>
          <a:sx n="95" d="100"/>
          <a:sy n="95" d="100"/>
        </p:scale>
        <p:origin x="200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80EE1-DF3E-C793-5E48-1CCEAE83CE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0105C4-0205-5D20-A63C-C44D00850E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F0435A-1483-A66D-DE48-D113597C7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C7-9951-2D4B-9893-80B6D9F7D769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35EB94-8790-7776-398A-2BC31701B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D1745-C538-BBD0-5F3D-CF58A248E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9B07-861D-4D42-8B9F-F31F86786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73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5E59A-56D9-25A0-0935-6CD682159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D02C0-FFEA-D1A7-CBBE-5E0E983FC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5C65C-341B-D6F8-BD41-CC1A5FC36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C7-9951-2D4B-9893-80B6D9F7D769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4DD5F-42D8-C78F-246E-760FC549F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27017-781F-0855-0ED5-C045937B5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9B07-861D-4D42-8B9F-F31F86786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6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863E8-0BD9-1DD7-67D3-3CBDAD087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0EF59-39A3-1E52-9DBF-4D83C6B38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AAF5-5B89-469E-6F6F-3CF1F6CE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C7-9951-2D4B-9893-80B6D9F7D769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D3DCF-BB29-8E39-563B-448910E4F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067502-DDDA-2FE8-9A0E-1B0C82AB5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9B07-861D-4D42-8B9F-F31F86786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806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29375-FE99-2EFF-5362-BF45ADCFC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91F01D-983E-755B-8DDD-1FF8745CF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0D18AA-D42D-7E7A-31AA-92BB9694F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AA524-E24E-8191-9501-02E5A63BE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C7-9951-2D4B-9893-80B6D9F7D769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B2072C-2BFE-D2EE-EBF3-05D770F2E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6E758-2B25-56D5-FA5C-CF262B69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9B07-861D-4D42-8B9F-F31F86786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83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D94D4-2735-21CE-B8BA-448B43FBF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79F462-4A2F-5A12-6615-EE5DDBC141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99C571-2130-6546-2C4A-5086C4F40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EB099D-CC30-1926-A6BE-0EBA6E35D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367E9-10A2-0AC8-D81A-26A5B777A1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5D4C33-AC50-EE1F-6B69-A39336CE26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C7-9951-2D4B-9893-80B6D9F7D769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332A8-1EC5-23AD-2FAA-2B233561A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C8A097-D976-A19A-7879-93DD2BB4E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9B07-861D-4D42-8B9F-F31F86786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914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8E46-0018-1439-B378-21F9B21CC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316A71-3CBA-3722-86AD-8B191859C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C7-9951-2D4B-9893-80B6D9F7D769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02204A-CD5F-93C1-4717-D9F8BD33F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4BB1E9-6BBA-054F-B510-8DA06543B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9B07-861D-4D42-8B9F-F31F86786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486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EAEC15-926D-44A5-9020-8E00CB91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C7-9951-2D4B-9893-80B6D9F7D769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F65A9E-F0EF-561D-86AA-35030B855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FB581-9529-8208-55E4-1575B640E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9B07-861D-4D42-8B9F-F31F86786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3715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A679E3-7862-4FA8-F1E7-05F4906A2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BC807B-7FE8-FDCF-1A38-90E53DBBA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C8190D-8B2A-8E2F-4F3D-63549E0D4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C2DEF-87AB-E9CA-E398-3BC7AFF9F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C7-9951-2D4B-9893-80B6D9F7D769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8D2103-61D6-DB42-33FF-D7EBE2387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E8060-2616-267C-5D80-D16A1AAE4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9B07-861D-4D42-8B9F-F31F86786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027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3AA5A-192E-98FD-725D-B8BF3ED54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E8FEA-C9B0-94BC-E68A-0732FC2B562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362E87-315A-43E0-090C-9A2C811562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DB593F-2E37-F1DD-5148-62904B8A3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C7-9951-2D4B-9893-80B6D9F7D769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6FDED5-F730-B326-84E1-9A22D0793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63F595-394A-092C-3993-ECD6F6FC4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9B07-861D-4D42-8B9F-F31F86786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956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BC28C-23CF-6008-3DD2-8671326E4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036BEC-93B0-38DC-C3C4-EFF275C817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E3ECF-6118-84C4-BB44-E0619C763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C7-9951-2D4B-9893-80B6D9F7D769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46AEF-AFE7-09A1-447E-CA04A0A4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53D99-D670-43D6-50B9-8F09820E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9B07-861D-4D42-8B9F-F31F86786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255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8C118E-53AD-1957-DBDC-A93F935874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9F6BB5-70E2-74B8-16A4-1CAA3FB4AC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3DB3A3-8A0B-682A-A79E-E180EB428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243C7-9951-2D4B-9893-80B6D9F7D769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4FC01-3301-74B4-0549-A68433ED5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CD899B-3FB8-1846-355C-615DD5B71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0E9B07-861D-4D42-8B9F-F31F86786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562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F9269B-7F69-1A50-DFC0-E1D8762A9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D7B79-D9EC-AB5C-0487-C08F5ED5C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24E65-B07D-4F6B-4FDA-EDE548B438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8243C7-9951-2D4B-9893-80B6D9F7D769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9A69FA-C6A8-9CDE-A6ED-5B07F6865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D6F73-FF28-47AB-C867-3FBB333458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0E9B07-861D-4D42-8B9F-F31F867869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246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7A95D-672A-7758-FAC8-3557F90629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71651C-0ED2-1464-355D-D92F15BA4A8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Harrison Knight</a:t>
            </a:r>
          </a:p>
        </p:txBody>
      </p:sp>
    </p:spTree>
    <p:extLst>
      <p:ext uri="{BB962C8B-B14F-4D97-AF65-F5344CB8AC3E}">
        <p14:creationId xmlns:p14="http://schemas.microsoft.com/office/powerpoint/2010/main" val="897119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32EAC-16BD-9A42-E887-AD6641D1C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UpCounter</a:t>
            </a:r>
            <a:r>
              <a:rPr lang="en-US" dirty="0"/>
              <a:t> with Active Low Reset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6F9DFE4-2CB9-ECC3-B2E5-5FA5C1EE3F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92645"/>
            <a:ext cx="10515600" cy="321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7335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C7172-4790-BC1A-D624-D3BFE7819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 Counter with Active Low Reset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EBA0D5-07B8-F10C-B4C1-DAE01E94CC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67698"/>
            <a:ext cx="10515600" cy="326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38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D4067-E29B-FDBD-6BDC-5BCAC020F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 5 Counter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62DD7AB-5EB1-E7FC-EA6E-9CC1E53B62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61187"/>
            <a:ext cx="10515600" cy="308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2085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0C314-AD3F-36DE-BE86-F0FA9E88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Counter with Enable and </a:t>
            </a:r>
            <a:r>
              <a:rPr lang="en-US" dirty="0" err="1"/>
              <a:t>Resetn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C5107C-02E8-7323-F538-71CBE74849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668331"/>
            <a:ext cx="10515600" cy="2665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3404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F53A2-DFFA-9D3B-F1A6-E3B5B8DED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Johnson Counter with Reset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214B953-2266-2290-EA4F-E94BB4A044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57912"/>
            <a:ext cx="10515600" cy="328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7240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992F4-B537-AF0E-4A1E-57991A54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Ring counter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F9EAD8-7A4E-EE03-5DAE-B661C44009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305401"/>
            <a:ext cx="10515600" cy="339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061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29</Words>
  <Application>Microsoft Macintosh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Lab 6</vt:lpstr>
      <vt:lpstr>UpCounter with Active Low Reset</vt:lpstr>
      <vt:lpstr>Down Counter with Active Low Reset</vt:lpstr>
      <vt:lpstr>Mod 5 Counter</vt:lpstr>
      <vt:lpstr>Counter with Enable and Resetn</vt:lpstr>
      <vt:lpstr>Johnson Counter with Reset</vt:lpstr>
      <vt:lpstr>Ring counter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Harrison Knight</dc:creator>
  <cp:lastModifiedBy>Harrison Knight</cp:lastModifiedBy>
  <cp:revision>1</cp:revision>
  <dcterms:created xsi:type="dcterms:W3CDTF">2026-10-20T18:08:30Z</dcterms:created>
  <dcterms:modified xsi:type="dcterms:W3CDTF">2026-10-20T19:46:03Z</dcterms:modified>
</cp:coreProperties>
</file>