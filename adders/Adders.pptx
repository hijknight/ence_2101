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0"/>
  </p:normalViewPr>
  <p:slideViewPr>
    <p:cSldViewPr snapToGrid="0">
      <p:cViewPr varScale="1">
        <p:scale>
          <a:sx n="95" d="100"/>
          <a:sy n="95" d="100"/>
        </p:scale>
        <p:origin x="20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314B-4FCC-5501-9FAD-B65BA1D9F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C6492-EEC8-0F50-6CD5-454B5DA2A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9AAAF-E7E5-D548-0EBA-FBD5A0EA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EE56B-DCCC-CB83-C033-5563C2AB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154B-C719-1C3E-B8CA-1FDD0D11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D3D43-F398-F8B7-D7E9-BABAB0FA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48BF4-44C5-E848-5952-A7C9B276B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33641-9331-6D57-374C-8A635820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0FBC4-DC67-B25A-4FF5-6137F443B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9D582-91B6-F3C8-7437-9F162748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3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1E60-B426-3BCD-C369-B595AAE60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B6E91-2375-D0B2-234F-620488319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A0E5E-FFC3-2F7B-5669-3BB2FE8C6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A2DF2-04F1-3B64-502E-AC62D3836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B5276-ADDC-DE34-9615-EB7DCD54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3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C379-4315-574A-41ED-702B2AF6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B18D5-95F9-B701-50C1-1BA3E384C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616F7-374A-5B6C-B23D-FA49231B5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D6B2C-4D68-15B1-15FA-A8E32A96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4CD72-C606-87C0-9531-23452F162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BDB3A-4E9E-B43E-94AB-FB9B79315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4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A545-444F-2430-8E4E-9B2DE5A90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C9A1A-FF83-984A-9E5F-1481AD6FA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D7201-C016-F193-5B90-5AC637A14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A0906-B18A-3ACF-D871-C9133A94B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0997B5-1070-D7D5-C9DC-5271C7015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98C839-FC50-B3F1-7447-81C4070A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557355-0BAE-928D-6325-786FC83A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2499DD-DB51-496D-998A-C6ABF008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25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7B406-D862-9A14-BA28-9F58D5616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BA2C9-39C8-383C-A7C9-321C803C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8CBBB-52BB-1DC5-E2C8-2B3CE7D3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8CF3F-62DD-E710-DA92-3CD07A67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8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29265E-0D6F-208B-83D5-F1D814BD4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1F816E-516A-D50D-13E0-A6BDB7AB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74596-4AD9-408C-DBA0-93760533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3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3A27-9DC7-6952-368C-7A4FF8B3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7EC89-886C-B1FD-60A7-A59FFB966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EF5EC-E8A0-0704-F878-005BD5E2F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9B1AD-544D-B5BB-4722-080385EDB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A595D-467C-BCEC-99AB-08AA0E801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E4197-6A5B-A0CE-F443-9FD1AA15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9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449A-E4D7-4277-3B2B-B9C57470A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1116D-B30F-994F-547C-DB5A05F45EA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79A11-7EE6-082B-C582-C58C07208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C54E0-9AAC-F76A-ED1D-DB67DE2D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A953F-F00D-434B-F860-ACF0CD9D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B7F7D-E003-8726-F9F0-D1796352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4D25C-F4F8-7B63-E5EE-9BAD933B8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B907E-E072-A978-F657-0DD943136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6CA0-ACB4-69EB-1EF9-95D90316A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27FE1-220C-6BA9-422B-C92CB09A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67DCB-A42A-7DD1-2D6E-B85FE8217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6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6700D9-0625-7CCE-874C-40274B7B5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B890C-259A-C316-665E-A15684E9F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09271-A429-A6DC-80A2-5369F7928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6D6B0-72DC-AD99-2F1B-E351A8090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223CC-E024-E1C2-4897-3CB4B7D9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31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76E697-5AD8-3795-49DE-0F706C827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F44BC-D1E0-1475-6F0D-53FE21659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1EE71-5C96-11FA-4837-18B20DBA0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4B3A8-AA52-9841-8B53-F3E6823CC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7986E-C3B1-5547-B46A-54B2AB6D7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92CD2-02E9-813C-1929-7B8BF6E3D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67CAB-45FF-3C4D-9BB9-37B84F3B1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63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53D9-4A46-C365-4B7C-24FA50A162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Half Adder</a:t>
            </a:r>
          </a:p>
        </p:txBody>
      </p:sp>
    </p:spTree>
    <p:extLst>
      <p:ext uri="{BB962C8B-B14F-4D97-AF65-F5344CB8AC3E}">
        <p14:creationId xmlns:p14="http://schemas.microsoft.com/office/powerpoint/2010/main" val="173988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F033E8-00D3-779A-5261-6FEF9B5D2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469" y="749508"/>
            <a:ext cx="7772400" cy="535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70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13DD6D-98AD-B864-27A3-47D574FC5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06" y="971177"/>
            <a:ext cx="6172200" cy="330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42DACA-89C1-78CD-2129-2BD426A6A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681" y="3835804"/>
            <a:ext cx="4533153" cy="234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2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22D5-8258-74BD-8EE8-CB6C679DDD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Full Adder</a:t>
            </a:r>
          </a:p>
        </p:txBody>
      </p:sp>
    </p:spTree>
    <p:extLst>
      <p:ext uri="{BB962C8B-B14F-4D97-AF65-F5344CB8AC3E}">
        <p14:creationId xmlns:p14="http://schemas.microsoft.com/office/powerpoint/2010/main" val="415864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72081D-4AFD-3475-B231-5A54C0E07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906" y="494838"/>
            <a:ext cx="8810675" cy="568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3514DE-C8D4-A6A1-7241-0C582A01E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89" y="76200"/>
            <a:ext cx="6756400" cy="6705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8D9322-DB7E-E7FE-0E9C-5F58A3A557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31"/>
          <a:stretch>
            <a:fillRect/>
          </a:stretch>
        </p:blipFill>
        <p:spPr>
          <a:xfrm>
            <a:off x="7194176" y="420215"/>
            <a:ext cx="4208555" cy="447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1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A97DB-37E1-BA56-0218-310A4D4F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Tested and Validated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30F528-7652-46B9-70C6-D0FDFF377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589" y="1825625"/>
            <a:ext cx="6068228" cy="2961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D0D76D-BBD2-C234-D003-3355E23D5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211" y="4147820"/>
            <a:ext cx="6163235" cy="2496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4BD9A5-9B9A-F21A-5169-BFBA17111043}"/>
              </a:ext>
            </a:extLst>
          </p:cNvPr>
          <p:cNvSpPr txBox="1"/>
          <p:nvPr/>
        </p:nvSpPr>
        <p:spPr>
          <a:xfrm>
            <a:off x="6670817" y="1143000"/>
            <a:ext cx="42078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HA I am adding 1+1 = 2</a:t>
            </a:r>
          </a:p>
          <a:p>
            <a:endParaRPr lang="en-US" dirty="0"/>
          </a:p>
          <a:p>
            <a:r>
              <a:rPr lang="en-US" dirty="0"/>
              <a:t>And for the FA I am adding 1 + 1 + 1 = 3</a:t>
            </a:r>
          </a:p>
        </p:txBody>
      </p:sp>
    </p:spTree>
    <p:extLst>
      <p:ext uri="{BB962C8B-B14F-4D97-AF65-F5344CB8AC3E}">
        <p14:creationId xmlns:p14="http://schemas.microsoft.com/office/powerpoint/2010/main" val="2161345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7B93-A8D4-C3B4-08DC-B83244E9A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Ripple Carry</a:t>
            </a:r>
          </a:p>
        </p:txBody>
      </p:sp>
    </p:spTree>
    <p:extLst>
      <p:ext uri="{BB962C8B-B14F-4D97-AF65-F5344CB8AC3E}">
        <p14:creationId xmlns:p14="http://schemas.microsoft.com/office/powerpoint/2010/main" val="931282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CA81-24F7-0D74-2E01-6CC2CE97E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Ripple Carry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AD4728-FB6B-F181-5C7F-28085FA0E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869" y="1825625"/>
            <a:ext cx="64762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23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0B53C2-B076-6F8D-1670-F2A95279A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7379"/>
            <a:ext cx="6923396" cy="587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905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B009B-D116-8775-4F2F-5B0CC13A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Ripple Carry with add and subtract selector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BCD5B3-AF4B-4901-2B6C-B28BC3692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4635" y="1374502"/>
            <a:ext cx="6937906" cy="52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39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42</Words>
  <Application>Microsoft Macintosh PowerPoint</Application>
  <PresentationFormat>Widescreen</PresentationFormat>
  <Paragraphs>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Half Adder</vt:lpstr>
      <vt:lpstr>PowerPoint Presentation</vt:lpstr>
      <vt:lpstr>PowerPoint Presentation</vt:lpstr>
      <vt:lpstr>Full Adder</vt:lpstr>
      <vt:lpstr>PowerPoint Presentation</vt:lpstr>
      <vt:lpstr>PowerPoint Presentation</vt:lpstr>
      <vt:lpstr>Tested and Validated</vt:lpstr>
      <vt:lpstr>Ripple Carry</vt:lpstr>
      <vt:lpstr>Ripple Carry </vt:lpstr>
      <vt:lpstr>PowerPoint Presentation</vt:lpstr>
      <vt:lpstr>Ripple Carry with add and subtract selector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Knight</dc:creator>
  <cp:lastModifiedBy>Harrison Knight</cp:lastModifiedBy>
  <cp:revision>1</cp:revision>
  <dcterms:created xsi:type="dcterms:W3CDTF">2026-09-22T18:15:15Z</dcterms:created>
  <dcterms:modified xsi:type="dcterms:W3CDTF">2026-09-22T19:22:12Z</dcterms:modified>
</cp:coreProperties>
</file>