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7" r:id="rId4"/>
    <p:sldId id="259" r:id="rId5"/>
    <p:sldId id="261" r:id="rId6"/>
    <p:sldId id="262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5"/>
  </p:normalViewPr>
  <p:slideViewPr>
    <p:cSldViewPr snapToGrid="0">
      <p:cViewPr varScale="1">
        <p:scale>
          <a:sx n="104" d="100"/>
          <a:sy n="104" d="100"/>
        </p:scale>
        <p:origin x="232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531EE6-9DD5-1044-A8F7-1187B88CD2A2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BA2503-824B-D840-8F5B-24A0F0EBB8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467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A2503-824B-D840-8F5B-24A0F0EBB88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364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FBC8A-A0E3-21B4-5D0F-F6C76C6DFE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3B9049-7F85-9D72-AAF1-B84788E654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799F2-F10C-B9D3-24B8-1A3DDCE04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C2C3-9668-9242-A6A6-92C5EC411B62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D7A7C-6084-BE1E-B3F1-5843427B1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0D602-19E9-902A-DDE9-3F897430C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08CDB-4475-A24F-BF23-14CBC5850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094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72088-5D44-4EBE-794B-424C91936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FD7D1-18C7-97DA-E185-36548F21B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C4658-EFFD-60AC-A3DF-3CFF25042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C2C3-9668-9242-A6A6-92C5EC411B62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D1783-5E29-EE84-6AB7-B14DFCE77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A44C4-98D2-A10D-C078-90F2846DE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08CDB-4475-A24F-BF23-14CBC5850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556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E258D-DD8D-F554-E199-BDDA53FCD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E4C132-5E1A-2EEE-1C45-7791086DE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8E210-0D3A-0E94-402D-8AB74168C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C2C3-9668-9242-A6A6-92C5EC411B62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E7EE9-3C1A-3B37-B452-51CE3C47B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3BC22-D901-E168-9D84-AAE2C10CF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08CDB-4475-A24F-BF23-14CBC5850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382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9204D-6676-D31A-44DB-2392A5A20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F6A4D-8BEA-3AA0-9C22-EDD2E8B09C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0F2709-6994-D684-6765-48153E6D1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D5D2F0-75BB-55CD-FB09-DC0B3A3CA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C2C3-9668-9242-A6A6-92C5EC411B62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DAF5B4-5DA0-DCDD-FDB8-964E50CA2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C2F395-EECF-C6F9-1A7A-ADEC161DE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08CDB-4475-A24F-BF23-14CBC5850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509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E6182-3D5F-3B19-1105-EF99B3B5D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006F5-3B2B-A779-B6C6-7B8A69F74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9B5D24-BFC3-7459-E0B1-67A4FACC3F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C0CCD9-9CC5-2F77-A0C6-20AA7DA3B9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F6D48-3B30-6FB6-DA36-3EE89E9E92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5BFF29-023D-F41C-306F-66E24E89B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C2C3-9668-9242-A6A6-92C5EC411B62}" type="datetimeFigureOut">
              <a:rPr lang="en-US" smtClean="0"/>
              <a:t>10/1/26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6FF992-28BF-F222-CDFA-247269800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60456B-4CFA-F019-283F-8201C96FD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08CDB-4475-A24F-BF23-14CBC5850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815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032CF-AE8F-50EF-F595-1A84AB32A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5802A7-E903-B02E-D627-CBBFE049B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C2C3-9668-9242-A6A6-92C5EC411B62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2055C6-7B68-A587-F545-5413F4316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251496-A6A9-E524-2917-EA19758DF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08CDB-4475-A24F-BF23-14CBC5850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186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A777D5-24FA-8152-A620-8364BC883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C2C3-9668-9242-A6A6-92C5EC411B62}" type="datetimeFigureOut">
              <a:rPr lang="en-US" smtClean="0"/>
              <a:t>10/1/26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4E2ADE-C2AE-73D2-FAFB-1C27D8DC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DC17B6-6E43-065F-08B6-3410C1D16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08CDB-4475-A24F-BF23-14CBC5850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589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94011-BA73-CD3A-5B53-608EE3B0E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8A6F3-F65D-C25F-C1C7-AE3729F0D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A596D2-747A-BD02-3970-3F23D97E65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A283E7-FE7C-1E0B-9C3F-D2048A8ED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C2C3-9668-9242-A6A6-92C5EC411B62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5CFB18-5A5F-6E0A-5E72-303F8F480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1E145E-1638-016F-5430-FD0B171CB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08CDB-4475-A24F-BF23-14CBC5850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062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87FBF-6790-8C23-4DF0-93D5CEE28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3A4407-00EB-9776-6807-02387A9B57B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61683-7081-6109-8A4F-FC324B79D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826F2-DA5E-2F06-047E-DA769F986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C2C3-9668-9242-A6A6-92C5EC411B62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8354E5-DFBD-AF59-AD03-58ECA3BCE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3C5582-DEC3-381F-F401-91F7BAE9C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08CDB-4475-A24F-BF23-14CBC5850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494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6037E-9F86-A276-E551-D89AB22A4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C4BBA-A62A-75C1-8DBA-BA10D83E4C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11EEA-DE31-4DEB-40BA-020C93DC4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C2C3-9668-9242-A6A6-92C5EC411B62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964F2-84D7-AC44-8185-41A67CE81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EF3AD-8F5F-52EB-FC25-986340A06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08CDB-4475-A24F-BF23-14CBC5850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29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DA652-14E2-DD5B-D059-F0283CC1C9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C501D9-1953-7218-0F01-7D7271F0AA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17551-AC21-C84E-F995-C46755AA1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CC2C3-9668-9242-A6A6-92C5EC411B62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65708-ADDD-0557-4B6F-9923EE06E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7DAF8-4606-73E0-7E8C-B159995DD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08CDB-4475-A24F-BF23-14CBC5850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607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3CEE5B-C17C-F320-6995-E6516A8AC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28702C-C998-5D28-7D09-B76091CAB2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67A94-B6F1-67EE-E436-A6CF566E23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8CC2C3-9668-9242-A6A6-92C5EC411B62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B7B32-5C3A-67DA-3C21-9FACAEBFC8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E7F5A-BD22-23B9-BF14-ECAEA93B4D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D08CDB-4475-A24F-BF23-14CBC58500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711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FED75-419D-5A1F-7CFB-B4C4CC561F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Activity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B9BAD9-8467-EACA-4ADD-351A1BB42B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Harrison Knight</a:t>
            </a:r>
          </a:p>
        </p:txBody>
      </p:sp>
    </p:spTree>
    <p:extLst>
      <p:ext uri="{BB962C8B-B14F-4D97-AF65-F5344CB8AC3E}">
        <p14:creationId xmlns:p14="http://schemas.microsoft.com/office/powerpoint/2010/main" val="2848216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C6050-73E0-7CDA-2221-35FEF7A98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Ground Rules for lamp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043D6-C8FC-4D1A-4D0C-7D54B741A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will have 8 possible code that will be represented with three bits, ABC, and five outputs, one for each lamp (L1 – L5). A 1 will turn a lamp on and a 0 will turn it off.</a:t>
            </a:r>
          </a:p>
        </p:txBody>
      </p:sp>
    </p:spTree>
    <p:extLst>
      <p:ext uri="{BB962C8B-B14F-4D97-AF65-F5344CB8AC3E}">
        <p14:creationId xmlns:p14="http://schemas.microsoft.com/office/powerpoint/2010/main" val="130604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F6C96-F7A7-70BC-805F-AF884F9DC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 Table for lamp logic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5490892-BC38-2422-045B-C255CE6295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7951608"/>
              </p:ext>
            </p:extLst>
          </p:nvPr>
        </p:nvGraphicFramePr>
        <p:xfrm>
          <a:off x="2173045" y="1570616"/>
          <a:ext cx="6702013" cy="43568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6216">
                  <a:extLst>
                    <a:ext uri="{9D8B030D-6E8A-4147-A177-3AD203B41FA5}">
                      <a16:colId xmlns:a16="http://schemas.microsoft.com/office/drawing/2014/main" val="2511270061"/>
                    </a:ext>
                  </a:extLst>
                </a:gridCol>
                <a:gridCol w="659814">
                  <a:extLst>
                    <a:ext uri="{9D8B030D-6E8A-4147-A177-3AD203B41FA5}">
                      <a16:colId xmlns:a16="http://schemas.microsoft.com/office/drawing/2014/main" val="1042269074"/>
                    </a:ext>
                  </a:extLst>
                </a:gridCol>
                <a:gridCol w="731127">
                  <a:extLst>
                    <a:ext uri="{9D8B030D-6E8A-4147-A177-3AD203B41FA5}">
                      <a16:colId xmlns:a16="http://schemas.microsoft.com/office/drawing/2014/main" val="1238882674"/>
                    </a:ext>
                  </a:extLst>
                </a:gridCol>
                <a:gridCol w="877355">
                  <a:extLst>
                    <a:ext uri="{9D8B030D-6E8A-4147-A177-3AD203B41FA5}">
                      <a16:colId xmlns:a16="http://schemas.microsoft.com/office/drawing/2014/main" val="1138703091"/>
                    </a:ext>
                  </a:extLst>
                </a:gridCol>
                <a:gridCol w="877355">
                  <a:extLst>
                    <a:ext uri="{9D8B030D-6E8A-4147-A177-3AD203B41FA5}">
                      <a16:colId xmlns:a16="http://schemas.microsoft.com/office/drawing/2014/main" val="3439111529"/>
                    </a:ext>
                  </a:extLst>
                </a:gridCol>
                <a:gridCol w="987024">
                  <a:extLst>
                    <a:ext uri="{9D8B030D-6E8A-4147-A177-3AD203B41FA5}">
                      <a16:colId xmlns:a16="http://schemas.microsoft.com/office/drawing/2014/main" val="345460454"/>
                    </a:ext>
                  </a:extLst>
                </a:gridCol>
                <a:gridCol w="987024">
                  <a:extLst>
                    <a:ext uri="{9D8B030D-6E8A-4147-A177-3AD203B41FA5}">
                      <a16:colId xmlns:a16="http://schemas.microsoft.com/office/drawing/2014/main" val="980063468"/>
                    </a:ext>
                  </a:extLst>
                </a:gridCol>
                <a:gridCol w="926098">
                  <a:extLst>
                    <a:ext uri="{9D8B030D-6E8A-4147-A177-3AD203B41FA5}">
                      <a16:colId xmlns:a16="http://schemas.microsoft.com/office/drawing/2014/main" val="3149051426"/>
                    </a:ext>
                  </a:extLst>
                </a:gridCol>
              </a:tblGrid>
              <a:tr h="4807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A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B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L5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5011384"/>
                  </a:ext>
                </a:extLst>
              </a:tr>
              <a:tr h="48075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4099249"/>
                  </a:ext>
                </a:extLst>
              </a:tr>
              <a:tr h="48075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6896694"/>
                  </a:ext>
                </a:extLst>
              </a:tr>
              <a:tr h="48075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0989241"/>
                  </a:ext>
                </a:extLst>
              </a:tr>
              <a:tr h="48075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0237629"/>
                  </a:ext>
                </a:extLst>
              </a:tr>
              <a:tr h="48075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8952912"/>
                  </a:ext>
                </a:extLst>
              </a:tr>
              <a:tr h="48075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7815703"/>
                  </a:ext>
                </a:extLst>
              </a:tr>
              <a:tr h="480756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x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x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x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x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x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0579681"/>
                  </a:ext>
                </a:extLst>
              </a:tr>
              <a:tr h="510803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x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x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x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x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x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64850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9414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82C02-CFF8-3C0A-91B9-983825342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Kmaps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819C38-B6FD-31A1-0C37-695FBD86C0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8082" y="1825625"/>
            <a:ext cx="983583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964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8EBAE-6980-8005-4540-C2A02C186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Kmaps</a:t>
            </a:r>
            <a:r>
              <a:rPr lang="en-US" dirty="0"/>
              <a:t> (Cont.)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F42EEE-3690-5F3A-7F2F-A3F6A6BF82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99843"/>
            <a:ext cx="10515600" cy="380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679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17FC0-9E9D-203E-DB93-542E4756D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Kmaps</a:t>
            </a:r>
            <a:r>
              <a:rPr lang="en-US" dirty="0"/>
              <a:t> (Cont.)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D60E1C-BE71-ABDD-70D3-B3BDA8FB2D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85186" y="1825625"/>
            <a:ext cx="682162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886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8A656-C612-07BB-9177-959D29259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Circuit (3x ICs) (7408, 4075, 7432)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46C3AD-5B6C-5A39-9C4E-6E44E40F21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58515" y="1825625"/>
            <a:ext cx="567496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729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153</Words>
  <Application>Microsoft Macintosh PowerPoint</Application>
  <PresentationFormat>Widescreen</PresentationFormat>
  <Paragraphs>82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Aptos Narrow</vt:lpstr>
      <vt:lpstr>Arial</vt:lpstr>
      <vt:lpstr>Office Theme</vt:lpstr>
      <vt:lpstr>Activity 2</vt:lpstr>
      <vt:lpstr>Ground Rules for lamp logic</vt:lpstr>
      <vt:lpstr>Truth Table for lamp logic</vt:lpstr>
      <vt:lpstr>Kmaps</vt:lpstr>
      <vt:lpstr>Kmaps (Cont.)</vt:lpstr>
      <vt:lpstr>Kmaps (Cont.)</vt:lpstr>
      <vt:lpstr>Digital Circuit (3x ICs) (7408, 4075, 7432)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Harrison Knight</dc:creator>
  <cp:lastModifiedBy>Harrison Knight</cp:lastModifiedBy>
  <cp:revision>1</cp:revision>
  <dcterms:created xsi:type="dcterms:W3CDTF">2026-10-01T19:10:59Z</dcterms:created>
  <dcterms:modified xsi:type="dcterms:W3CDTF">2026-10-01T19:36:25Z</dcterms:modified>
</cp:coreProperties>
</file>